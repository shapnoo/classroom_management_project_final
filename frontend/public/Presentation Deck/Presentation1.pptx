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5" r:id="rId20"/>
    <p:sldId id="274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707"/>
  </p:normalViewPr>
  <p:slideViewPr>
    <p:cSldViewPr snapToGrid="0">
      <p:cViewPr varScale="1">
        <p:scale>
          <a:sx n="115" d="100"/>
          <a:sy n="115" d="100"/>
        </p:scale>
        <p:origin x="101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756726-9DEB-26E9-6F6F-C376D6F8D3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4D9810-B7CC-8701-4A8F-1628A2FCFA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59C8A8-82D8-719B-B8C5-F8151BF9B5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011C5-881E-9F47-B072-0D1928BDC4AF}" type="datetimeFigureOut">
              <a:rPr lang="en-US" smtClean="0"/>
              <a:t>9/2/26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0BDFF4-0494-5D2A-23AF-09A826999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608B85-BCF3-1589-0210-8D5EC5DDA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D3B3F-7FF0-D945-85BB-339D1773C1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6395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0CC06F-D818-2D22-712C-52951749F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E4B9C2-A162-5C97-58D4-87B28B389A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714B1D-FC44-32B7-D46A-FB404226E3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011C5-881E-9F47-B072-0D1928BDC4AF}" type="datetimeFigureOut">
              <a:rPr lang="en-US" smtClean="0"/>
              <a:t>9/2/26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D01B9E-F04B-E397-7DAD-82502E4D95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ECF5EA-5DBC-9E51-DD27-A93DAD5D45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D3B3F-7FF0-D945-85BB-339D1773C1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54939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4872AB-52E7-4915-2377-6E12D59215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736969-6C50-A709-5E35-1DD23C653B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FFA39E-459B-7622-74B0-500000D16F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011C5-881E-9F47-B072-0D1928BDC4AF}" type="datetimeFigureOut">
              <a:rPr lang="en-US" smtClean="0"/>
              <a:t>9/2/26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B643CE-598D-D272-3F42-E92375661F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CD1B53-BA87-E5D3-D91B-0CCECA133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D3B3F-7FF0-D945-85BB-339D1773C1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86157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CA2FB-D57A-1711-A3EA-32FE9EEB57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38B723-6B06-2B66-0C96-EABF0DA49E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D5729E-AD5F-0512-F0D4-8C751939CB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6921A4-39F8-DE5E-F474-661B8892FF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011C5-881E-9F47-B072-0D1928BDC4AF}" type="datetimeFigureOut">
              <a:rPr lang="en-US" smtClean="0"/>
              <a:t>9/2/26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DD022E-95B5-28F3-8CA6-7EDE18B504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2C8015-C3DF-9258-F3A8-B44870476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D3B3F-7FF0-D945-85BB-339D1773C1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4868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A7E7E7-0F4B-5FD6-D20F-A98459F63B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DF3E26-7ED8-4120-0D13-1953DD41A7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C3D56E-36C2-A3E5-6B56-425924FEA0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6823F5D-0D9E-4740-6942-94193DA108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B9686E1-2BD6-DB12-A248-2131968EBF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CBE1FF5-64F3-5625-23E9-1720AC797C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011C5-881E-9F47-B072-0D1928BDC4AF}" type="datetimeFigureOut">
              <a:rPr lang="en-US" smtClean="0"/>
              <a:t>9/2/26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C837101-1A86-2CBF-47AC-20F57CEEBC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B1E9265-E0EF-51FD-2DE9-181E0C1B6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D3B3F-7FF0-D945-85BB-339D1773C1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8695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DA308-44A2-F937-4657-4F6C77FE2A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7C32B3-F45B-90DF-BA10-CE3EFA8CE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011C5-881E-9F47-B072-0D1928BDC4AF}" type="datetimeFigureOut">
              <a:rPr lang="en-US" smtClean="0"/>
              <a:t>9/2/26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2DA164-16DC-F533-9E7D-13A3C45BB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1D7549-3ED3-F8C3-2294-D7B4CCE36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D3B3F-7FF0-D945-85BB-339D1773C1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863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8A5E485-149E-43A1-7CBF-09A8FD1D42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011C5-881E-9F47-B072-0D1928BDC4AF}" type="datetimeFigureOut">
              <a:rPr lang="en-US" smtClean="0"/>
              <a:t>9/2/26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EC9E0E7-A5D3-2425-614E-8BA4AA2ED9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388C06-AA1F-6611-190A-C0065B34A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D3B3F-7FF0-D945-85BB-339D1773C1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3397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167635-9899-7F09-167A-772A8462F3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E96E11-3769-5AF1-3106-64AA5D3611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0A0FA9-0DDA-9DE6-B510-06B7376D02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CC60CA-8316-063C-F2F2-EF8A9D18EA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011C5-881E-9F47-B072-0D1928BDC4AF}" type="datetimeFigureOut">
              <a:rPr lang="en-US" smtClean="0"/>
              <a:t>9/2/26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A7BB2-ADF0-214E-38D6-3E3BAA02D1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14AA46-4D7B-A5E2-4363-4F2096E44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D3B3F-7FF0-D945-85BB-339D1773C1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8911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43C60D-0A5F-ED6B-8105-278BA546F7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ADC886-6C4E-A49C-37F6-71F806C861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08D08A-412C-635B-B5DB-20FD916AE0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F8A1BA-63AE-01A7-70E3-A4CA173D4B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011C5-881E-9F47-B072-0D1928BDC4AF}" type="datetimeFigureOut">
              <a:rPr lang="en-US" smtClean="0"/>
              <a:t>9/2/26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0F685F-548E-D1BD-02B9-227CC15DD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63F5B3-A102-11C0-BADA-3DAB04813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D3B3F-7FF0-D945-85BB-339D1773C1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38795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27BC62-A157-12F7-FA65-77025D65C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751EA0-CBA5-C429-FF20-A87DFA3F7B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3A0275-786D-E988-B6AC-58391BDF12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011C5-881E-9F47-B072-0D1928BDC4AF}" type="datetimeFigureOut">
              <a:rPr lang="en-US" smtClean="0"/>
              <a:t>9/2/26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E80085-9D0B-7E71-627A-56BBE95CC9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FB206D-9D4F-800F-0CF4-64923F5E6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D3B3F-7FF0-D945-85BB-339D1773C1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181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0DD6E98-9B32-E265-6C0E-703CDE9915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F29879-F4A1-8D08-3695-D3BA7AFDA3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D0D42F-9347-3B2F-B7B8-AEBADBFC8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C011C5-881E-9F47-B072-0D1928BDC4AF}" type="datetimeFigureOut">
              <a:rPr lang="en-US" smtClean="0"/>
              <a:t>9/2/26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00DC98-719E-7EA4-FF68-01BA1DB37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F338CF-D35A-B924-7282-75D5EACDA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D3B3F-7FF0-D945-85BB-339D1773C1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6144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172D6B-1509-3FAB-E6E2-D5C276145A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273909-6552-415A-C893-52F1D8623D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79DE2D-2D28-A6A6-2342-9466FAFE75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C011C5-881E-9F47-B072-0D1928BDC4AF}" type="datetimeFigureOut">
              <a:rPr lang="en-US" smtClean="0"/>
              <a:t>9/2/26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4E9C6F-65AC-601B-C810-303302CDC6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D77A3B-94FF-7B84-A339-5238197FB4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1D3B3F-7FF0-D945-85BB-339D1773C1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4975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B0244D2-353D-B04F-D404-7BDB7E0258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60804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67F6CA4-6BB2-F4CF-4DBA-CCE6773304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350"/>
            <a:ext cx="12203312" cy="6851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74909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A5230F2-2634-351F-7D5D-60CDDDE94A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15881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15CD6C1-E375-489D-5836-7D09BDB9F8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64006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9A03766-C290-16CE-E4DD-4F1C27AA73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82239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F6E279E-4A1F-27EA-4102-A7E9DD526D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71652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613AD3F-B9FB-1282-2339-566C4CC67C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12393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4E7B536-A9D6-BFD4-DCC3-A6EC62162F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20656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D98ABCF-E7DA-1BCF-FE4F-5AA37C9997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91818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E20B57C-C3ED-01E7-2D5C-93C717FC7A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22370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863F069-C51C-FD34-1098-A7A5E23EB6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3081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EAE5B55-48F7-3C5B-8A60-4592E795BE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66621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12B01F4-9484-AD31-BF50-34D6EDE233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25515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61304DB-49CE-FBE0-4C9F-E6BD0A4282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82279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C92AF4B-F507-551D-0D75-E63DB14D9D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24160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7F56D6F-6BFF-FAFE-CB0B-90571C1332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00150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172101A-056F-BDC0-09D6-3A9F359D28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40974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485445E-5FBE-9148-0002-7F069EDF26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14814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1A72DE8-B06B-E483-DB1F-998A8493A1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97625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3C08494-9147-575E-9849-1CA7F94A30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57256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0</Words>
  <Application>Microsoft Macintosh PowerPoint</Application>
  <PresentationFormat>Widescreen</PresentationFormat>
  <Paragraphs>0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Tahmid Afsar</dc:creator>
  <cp:lastModifiedBy>Tahmid Afsar</cp:lastModifiedBy>
  <cp:revision>1</cp:revision>
  <dcterms:created xsi:type="dcterms:W3CDTF">2026-09-02T04:04:12Z</dcterms:created>
  <dcterms:modified xsi:type="dcterms:W3CDTF">2026-09-02T04:14:28Z</dcterms:modified>
</cp:coreProperties>
</file>